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8115300" cy="457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127997" cy="4572000"/>
          </a:xfrm>
          <a:custGeom>
            <a:avLst/>
            <a:gdLst/>
            <a:ahLst/>
            <a:cxnLst/>
            <a:rect r="r" b="b" t="t" l="l"/>
            <a:pathLst>
              <a:path h="4572000" w="8127997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127997" cy="4572000"/>
          </a:xfrm>
          <a:custGeom>
            <a:avLst/>
            <a:gdLst/>
            <a:ahLst/>
            <a:cxnLst/>
            <a:rect r="r" b="b" t="t" l="l"/>
            <a:pathLst>
              <a:path h="4572000" w="8127997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127997" cy="4572000"/>
          </a:xfrm>
          <a:custGeom>
            <a:avLst/>
            <a:gdLst/>
            <a:ahLst/>
            <a:cxnLst/>
            <a:rect r="r" b="b" t="t" l="l"/>
            <a:pathLst>
              <a:path h="4572000" w="8127997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127997" cy="4572000"/>
          </a:xfrm>
          <a:custGeom>
            <a:avLst/>
            <a:gdLst/>
            <a:ahLst/>
            <a:cxnLst/>
            <a:rect r="r" b="b" t="t" l="l"/>
            <a:pathLst>
              <a:path h="4572000" w="8127997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127997" cy="1124535"/>
          </a:xfrm>
          <a:custGeom>
            <a:avLst/>
            <a:gdLst/>
            <a:ahLst/>
            <a:cxnLst/>
            <a:rect r="r" b="b" t="t" l="l"/>
            <a:pathLst>
              <a:path h="1124535" w="8127997">
                <a:moveTo>
                  <a:pt x="0" y="0"/>
                </a:moveTo>
                <a:lnTo>
                  <a:pt x="8127997" y="0"/>
                </a:lnTo>
                <a:lnTo>
                  <a:pt x="8127997" y="1124535"/>
                </a:lnTo>
                <a:lnTo>
                  <a:pt x="0" y="1124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065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63998" y="1743100"/>
            <a:ext cx="3485753" cy="1944127"/>
          </a:xfrm>
          <a:custGeom>
            <a:avLst/>
            <a:gdLst/>
            <a:ahLst/>
            <a:cxnLst/>
            <a:rect r="r" b="b" t="t" l="l"/>
            <a:pathLst>
              <a:path h="1944127" w="3485753">
                <a:moveTo>
                  <a:pt x="0" y="0"/>
                </a:moveTo>
                <a:lnTo>
                  <a:pt x="3485753" y="0"/>
                </a:lnTo>
                <a:lnTo>
                  <a:pt x="3485753" y="1944127"/>
                </a:lnTo>
                <a:lnTo>
                  <a:pt x="0" y="1944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64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7957" y="1124535"/>
            <a:ext cx="3136041" cy="3447465"/>
          </a:xfrm>
          <a:custGeom>
            <a:avLst/>
            <a:gdLst/>
            <a:ahLst/>
            <a:cxnLst/>
            <a:rect r="r" b="b" t="t" l="l"/>
            <a:pathLst>
              <a:path h="3447465" w="3136041">
                <a:moveTo>
                  <a:pt x="0" y="0"/>
                </a:moveTo>
                <a:lnTo>
                  <a:pt x="3136041" y="0"/>
                </a:lnTo>
                <a:lnTo>
                  <a:pt x="3136041" y="3447465"/>
                </a:lnTo>
                <a:lnTo>
                  <a:pt x="0" y="3447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633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76250" y="1230630"/>
            <a:ext cx="0" cy="2884170"/>
          </a:xfrm>
          <a:prstGeom prst="line">
            <a:avLst/>
          </a:prstGeom>
          <a:ln cap="flat" w="38100">
            <a:solidFill>
              <a:srgbClr val="C7B39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127997" cy="4572000"/>
          </a:xfrm>
          <a:custGeom>
            <a:avLst/>
            <a:gdLst/>
            <a:ahLst/>
            <a:cxnLst/>
            <a:rect r="r" b="b" t="t" l="l"/>
            <a:pathLst>
              <a:path h="4572000" w="8127997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127997" cy="4572000"/>
          </a:xfrm>
          <a:custGeom>
            <a:avLst/>
            <a:gdLst/>
            <a:ahLst/>
            <a:cxnLst/>
            <a:rect r="r" b="b" t="t" l="l"/>
            <a:pathLst>
              <a:path h="4572000" w="8127997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124825" cy="4551172"/>
          </a:xfrm>
          <a:custGeom>
            <a:avLst/>
            <a:gdLst/>
            <a:ahLst/>
            <a:cxnLst/>
            <a:rect r="r" b="b" t="t" l="l"/>
            <a:pathLst>
              <a:path h="4551172" w="8124825">
                <a:moveTo>
                  <a:pt x="0" y="0"/>
                </a:moveTo>
                <a:lnTo>
                  <a:pt x="8124825" y="0"/>
                </a:lnTo>
                <a:lnTo>
                  <a:pt x="8124825" y="4551172"/>
                </a:lnTo>
                <a:lnTo>
                  <a:pt x="0" y="4551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127997" cy="4572000"/>
          </a:xfrm>
          <a:custGeom>
            <a:avLst/>
            <a:gdLst/>
            <a:ahLst/>
            <a:cxnLst/>
            <a:rect r="r" b="b" t="t" l="l"/>
            <a:pathLst>
              <a:path h="4572000" w="8127997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127997" cy="4546598"/>
          </a:xfrm>
          <a:custGeom>
            <a:avLst/>
            <a:gdLst/>
            <a:ahLst/>
            <a:cxnLst/>
            <a:rect r="r" b="b" t="t" l="l"/>
            <a:pathLst>
              <a:path h="4546598" w="8127997">
                <a:moveTo>
                  <a:pt x="0" y="0"/>
                </a:moveTo>
                <a:lnTo>
                  <a:pt x="8127997" y="0"/>
                </a:lnTo>
                <a:lnTo>
                  <a:pt x="8127997" y="4546598"/>
                </a:lnTo>
                <a:lnTo>
                  <a:pt x="0" y="4546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127997" cy="4572000"/>
          </a:xfrm>
          <a:custGeom>
            <a:avLst/>
            <a:gdLst/>
            <a:ahLst/>
            <a:cxnLst/>
            <a:rect r="r" b="b" t="t" l="l"/>
            <a:pathLst>
              <a:path h="4572000" w="8127997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2637" y="457200"/>
            <a:ext cx="7762724" cy="3440805"/>
          </a:xfrm>
          <a:custGeom>
            <a:avLst/>
            <a:gdLst/>
            <a:ahLst/>
            <a:cxnLst/>
            <a:rect r="r" b="b" t="t" l="l"/>
            <a:pathLst>
              <a:path h="3440805" w="7762724">
                <a:moveTo>
                  <a:pt x="0" y="0"/>
                </a:moveTo>
                <a:lnTo>
                  <a:pt x="7762723" y="0"/>
                </a:lnTo>
                <a:lnTo>
                  <a:pt x="7762723" y="3440805"/>
                </a:lnTo>
                <a:lnTo>
                  <a:pt x="0" y="3440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127997" cy="4572000"/>
          </a:xfrm>
          <a:custGeom>
            <a:avLst/>
            <a:gdLst/>
            <a:ahLst/>
            <a:cxnLst/>
            <a:rect r="r" b="b" t="t" l="l"/>
            <a:pathLst>
              <a:path h="4572000" w="8127997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265" y="387169"/>
            <a:ext cx="7972001" cy="3569625"/>
          </a:xfrm>
          <a:custGeom>
            <a:avLst/>
            <a:gdLst/>
            <a:ahLst/>
            <a:cxnLst/>
            <a:rect r="r" b="b" t="t" l="l"/>
            <a:pathLst>
              <a:path h="3569625" w="7972001">
                <a:moveTo>
                  <a:pt x="0" y="0"/>
                </a:moveTo>
                <a:lnTo>
                  <a:pt x="7972001" y="0"/>
                </a:lnTo>
                <a:lnTo>
                  <a:pt x="7972001" y="3569625"/>
                </a:lnTo>
                <a:lnTo>
                  <a:pt x="0" y="3569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6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127997" cy="4572000"/>
          </a:xfrm>
          <a:custGeom>
            <a:avLst/>
            <a:gdLst/>
            <a:ahLst/>
            <a:cxnLst/>
            <a:rect r="r" b="b" t="t" l="l"/>
            <a:pathLst>
              <a:path h="4572000" w="8127997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127997" cy="4572000"/>
          </a:xfrm>
          <a:custGeom>
            <a:avLst/>
            <a:gdLst/>
            <a:ahLst/>
            <a:cxnLst/>
            <a:rect r="r" b="b" t="t" l="l"/>
            <a:pathLst>
              <a:path h="4572000" w="8127997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DAGa8KmSPI0</dc:identifier>
  <dcterms:modified xsi:type="dcterms:W3CDTF">2011-08-01T06:04:30Z</dcterms:modified>
  <cp:revision>1</cp:revision>
  <dc:title>Impact of COVID Presentation.pdf</dc:title>
</cp:coreProperties>
</file>